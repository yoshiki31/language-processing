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62" r:id="rId3"/>
  </p:sldIdLst>
  <p:sldSz cx="18288000" cy="10287000"/>
  <p:notesSz cx="6858000" cy="9144000"/>
  <p:embeddedFontLst>
    <p:embeddedFont>
      <p:font typeface="セザンヌ Bold" panose="020B0600070205080204" charset="-128"/>
      <p:regular r:id="rId5"/>
    </p:embeddedFont>
    <p:embeddedFont>
      <p:font typeface="セザンヌ Medium" panose="020B0600070205080204" charset="-128"/>
      <p:regular r:id="rId6"/>
    </p:embeddedFont>
    <p:embeddedFont>
      <p:font typeface="游ゴシック" panose="020B0400000000000000" pitchFamily="50" charset="-128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4622" autoAdjust="0"/>
  </p:normalViewPr>
  <p:slideViewPr>
    <p:cSldViewPr>
      <p:cViewPr varScale="1">
        <p:scale>
          <a:sx n="39" d="100"/>
          <a:sy n="39" d="100"/>
        </p:scale>
        <p:origin x="8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542B4-626C-4836-8BDE-E4E6E5AB663E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80DF3-5762-4843-9FC5-5FBA2AB656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47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9188D-B380-402D-8E35-ED3E2E91AED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CDDD-6F23-475E-8F0B-62FBA567376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98D7-471A-4690-B03F-B0F8A8100481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9B36-B3B6-461D-A3BA-769A99BABAC2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95300"/>
            <a:ext cx="16687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670175"/>
            <a:ext cx="8383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3309937"/>
            <a:ext cx="8383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64627" y="2670175"/>
            <a:ext cx="815657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28760" y="3309937"/>
            <a:ext cx="80924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5800" y="9609137"/>
            <a:ext cx="2133600" cy="365125"/>
          </a:xfrm>
        </p:spPr>
        <p:txBody>
          <a:bodyPr/>
          <a:lstStyle/>
          <a:p>
            <a:fld id="{68063CA3-10AE-4B3E-B9E0-D2474FED841F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616827" y="9609137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474696" y="960913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297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04800" y="9647237"/>
            <a:ext cx="2133600" cy="365125"/>
          </a:xfrm>
        </p:spPr>
        <p:txBody>
          <a:bodyPr/>
          <a:lstStyle/>
          <a:p>
            <a:fld id="{27BE817C-070F-4972-8C3B-E221FDC3128E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05800" y="9638732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621000" y="963873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486900"/>
            <a:ext cx="2133600" cy="365125"/>
          </a:xfrm>
        </p:spPr>
        <p:txBody>
          <a:bodyPr/>
          <a:lstStyle/>
          <a:p>
            <a:fld id="{56A1704D-B661-4DF5-B86C-ABEF11C43993}" type="datetime1">
              <a:rPr lang="ja-JP" altLang="en-US" smtClean="0"/>
              <a:t>2026/6/19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610600" y="9486900"/>
            <a:ext cx="2895600" cy="365125"/>
          </a:xfrm>
        </p:spPr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16784" y="948689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BB79-C81B-4568-B144-EC863A57284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C431F-01E8-4490-88DE-C770F9295B93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433E-E6CB-470B-878F-0F25DDE96C0B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FD55-9195-43D8-A3AC-12F0B915EF72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CF1C5-7E12-4BA5-B260-E285FCA0D209}" type="datetime1">
              <a:rPr lang="ja-JP" altLang="en-US" smtClean="0"/>
              <a:t>2026/6/19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8EAED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06013" y="5204779"/>
            <a:ext cx="4728993" cy="68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ja-JP" altLang="en-US" sz="4200" b="1" dirty="0">
                <a:latin typeface="セザンヌ Bold"/>
                <a:ea typeface="セザンヌ Bold"/>
                <a:cs typeface="セザンヌ Bold"/>
                <a:sym typeface="セザンヌ Bold"/>
              </a:rPr>
              <a:t>村上賢樹</a:t>
            </a:r>
            <a:endParaRPr lang="en-US" sz="4200" b="1" dirty="0">
              <a:latin typeface="セザンヌ Bold"/>
              <a:ea typeface="セザンヌ Bold"/>
              <a:cs typeface="セザンヌ Bold"/>
              <a:sym typeface="セザンヌ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985900"/>
            <a:ext cx="16230600" cy="10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8"/>
              </a:lnSpc>
              <a:spcBef>
                <a:spcPct val="0"/>
              </a:spcBef>
            </a:pPr>
            <a:r>
              <a:rPr lang="ja-JP" altLang="en-US" sz="6399" b="1" dirty="0">
                <a:solidFill>
                  <a:srgbClr val="1E1E1E"/>
                </a:solidFill>
                <a:latin typeface="セザンヌ Bold"/>
                <a:ea typeface="セザンヌ Bold"/>
                <a:cs typeface="セザンヌ Bold"/>
                <a:sym typeface="セザンヌ Bold"/>
              </a:rPr>
              <a:t>春休み勉強会</a:t>
            </a:r>
            <a:endParaRPr lang="en-US" sz="6399" b="1" dirty="0">
              <a:solidFill>
                <a:srgbClr val="1E1E1E"/>
              </a:solidFill>
              <a:latin typeface="セザンヌ Bold"/>
              <a:ea typeface="セザンヌ Bold"/>
              <a:cs typeface="セザンヌ Bold"/>
              <a:sym typeface="セザンヌ Bold"/>
            </a:endParaRPr>
          </a:p>
        </p:txBody>
      </p:sp>
      <p:grpSp>
        <p:nvGrpSpPr>
          <p:cNvPr id="4" name="Group 4"/>
          <p:cNvGrpSpPr/>
          <p:nvPr/>
        </p:nvGrpSpPr>
        <p:grpSpPr>
          <a:xfrm rot="3085772">
            <a:off x="14735323" y="5334782"/>
            <a:ext cx="4959968" cy="9608727"/>
            <a:chOff x="0" y="0"/>
            <a:chExt cx="1306329" cy="2530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6329" cy="2530693"/>
            </a:xfrm>
            <a:custGeom>
              <a:avLst/>
              <a:gdLst/>
              <a:ahLst/>
              <a:cxnLst/>
              <a:rect l="l" t="t" r="r" b="b"/>
              <a:pathLst>
                <a:path w="1306329" h="2530693">
                  <a:moveTo>
                    <a:pt x="0" y="0"/>
                  </a:moveTo>
                  <a:lnTo>
                    <a:pt x="1306329" y="0"/>
                  </a:lnTo>
                  <a:lnTo>
                    <a:pt x="1306329" y="2530693"/>
                  </a:lnTo>
                  <a:lnTo>
                    <a:pt x="0" y="2530693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50000"/>
                  </a:srgbClr>
                </a:gs>
                <a:gs pos="50000">
                  <a:srgbClr val="00086D">
                    <a:alpha val="50000"/>
                  </a:srgbClr>
                </a:gs>
                <a:gs pos="100000">
                  <a:srgbClr val="00086D">
                    <a:alpha val="5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219075"/>
              <a:ext cx="1306329" cy="2749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6724620">
            <a:off x="1090745" y="-5377301"/>
            <a:ext cx="3227843" cy="10178641"/>
            <a:chOff x="0" y="0"/>
            <a:chExt cx="850132" cy="26807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132" cy="2680794"/>
            </a:xfrm>
            <a:custGeom>
              <a:avLst/>
              <a:gdLst/>
              <a:ahLst/>
              <a:cxnLst/>
              <a:rect l="l" t="t" r="r" b="b"/>
              <a:pathLst>
                <a:path w="850132" h="2680794">
                  <a:moveTo>
                    <a:pt x="0" y="0"/>
                  </a:moveTo>
                  <a:lnTo>
                    <a:pt x="850132" y="0"/>
                  </a:lnTo>
                  <a:lnTo>
                    <a:pt x="850132" y="2680794"/>
                  </a:lnTo>
                  <a:lnTo>
                    <a:pt x="0" y="2680794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50000"/>
                  </a:srgbClr>
                </a:gs>
                <a:gs pos="50000">
                  <a:srgbClr val="00086D">
                    <a:alpha val="50000"/>
                  </a:srgbClr>
                </a:gs>
                <a:gs pos="100000">
                  <a:srgbClr val="00086D">
                    <a:alpha val="5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219075"/>
              <a:ext cx="850132" cy="2899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871920">
            <a:off x="16748150" y="2177328"/>
            <a:ext cx="4207692" cy="12986075"/>
            <a:chOff x="0" y="0"/>
            <a:chExt cx="1108199" cy="34202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8199" cy="3420201"/>
            </a:xfrm>
            <a:custGeom>
              <a:avLst/>
              <a:gdLst/>
              <a:ahLst/>
              <a:cxnLst/>
              <a:rect l="l" t="t" r="r" b="b"/>
              <a:pathLst>
                <a:path w="1108199" h="3420201">
                  <a:moveTo>
                    <a:pt x="0" y="0"/>
                  </a:moveTo>
                  <a:lnTo>
                    <a:pt x="1108199" y="0"/>
                  </a:lnTo>
                  <a:lnTo>
                    <a:pt x="1108199" y="3420201"/>
                  </a:lnTo>
                  <a:lnTo>
                    <a:pt x="0" y="3420201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50000"/>
                  </a:srgbClr>
                </a:gs>
                <a:gs pos="50000">
                  <a:srgbClr val="00086D">
                    <a:alpha val="50000"/>
                  </a:srgbClr>
                </a:gs>
                <a:gs pos="100000">
                  <a:srgbClr val="00086D">
                    <a:alpha val="5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219075"/>
              <a:ext cx="1108199" cy="3639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8731860">
            <a:off x="-1148178" y="-4224559"/>
            <a:ext cx="3919403" cy="9348524"/>
            <a:chOff x="0" y="0"/>
            <a:chExt cx="1032271" cy="24621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2271" cy="2462163"/>
            </a:xfrm>
            <a:custGeom>
              <a:avLst/>
              <a:gdLst/>
              <a:ahLst/>
              <a:cxnLst/>
              <a:rect l="l" t="t" r="r" b="b"/>
              <a:pathLst>
                <a:path w="1032271" h="2462163">
                  <a:moveTo>
                    <a:pt x="0" y="0"/>
                  </a:moveTo>
                  <a:lnTo>
                    <a:pt x="1032271" y="0"/>
                  </a:lnTo>
                  <a:lnTo>
                    <a:pt x="1032271" y="2462163"/>
                  </a:lnTo>
                  <a:lnTo>
                    <a:pt x="0" y="2462163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70000"/>
                  </a:srgbClr>
                </a:gs>
                <a:gs pos="50000">
                  <a:srgbClr val="00086D">
                    <a:alpha val="70000"/>
                  </a:srgbClr>
                </a:gs>
                <a:gs pos="100000">
                  <a:srgbClr val="00086D">
                    <a:alpha val="7000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219075"/>
              <a:ext cx="1032271" cy="2681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8390060">
            <a:off x="16227295" y="5710624"/>
            <a:ext cx="3374860" cy="7303747"/>
            <a:chOff x="0" y="0"/>
            <a:chExt cx="888852" cy="19236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8852" cy="1923620"/>
            </a:xfrm>
            <a:custGeom>
              <a:avLst/>
              <a:gdLst/>
              <a:ahLst/>
              <a:cxnLst/>
              <a:rect l="l" t="t" r="r" b="b"/>
              <a:pathLst>
                <a:path w="888852" h="1923620">
                  <a:moveTo>
                    <a:pt x="0" y="0"/>
                  </a:moveTo>
                  <a:lnTo>
                    <a:pt x="888852" y="0"/>
                  </a:lnTo>
                  <a:lnTo>
                    <a:pt x="888852" y="1923620"/>
                  </a:lnTo>
                  <a:lnTo>
                    <a:pt x="0" y="1923620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50000"/>
                  </a:srgbClr>
                </a:gs>
                <a:gs pos="50000">
                  <a:srgbClr val="00086D">
                    <a:alpha val="50000"/>
                  </a:srgbClr>
                </a:gs>
                <a:gs pos="100000">
                  <a:srgbClr val="00086D">
                    <a:alpha val="5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219075"/>
              <a:ext cx="888852" cy="214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2610583">
            <a:off x="-1273379" y="-3508546"/>
            <a:ext cx="3374860" cy="7668494"/>
            <a:chOff x="0" y="0"/>
            <a:chExt cx="888852" cy="20196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8852" cy="2019686"/>
            </a:xfrm>
            <a:custGeom>
              <a:avLst/>
              <a:gdLst/>
              <a:ahLst/>
              <a:cxnLst/>
              <a:rect l="l" t="t" r="r" b="b"/>
              <a:pathLst>
                <a:path w="888852" h="2019686">
                  <a:moveTo>
                    <a:pt x="0" y="0"/>
                  </a:moveTo>
                  <a:lnTo>
                    <a:pt x="888852" y="0"/>
                  </a:lnTo>
                  <a:lnTo>
                    <a:pt x="888852" y="2019686"/>
                  </a:lnTo>
                  <a:lnTo>
                    <a:pt x="0" y="2019686"/>
                  </a:lnTo>
                  <a:close/>
                </a:path>
              </a:pathLst>
            </a:custGeom>
            <a:gradFill rotWithShape="1">
              <a:gsLst>
                <a:gs pos="0">
                  <a:srgbClr val="4DCAFF">
                    <a:alpha val="50000"/>
                  </a:srgbClr>
                </a:gs>
                <a:gs pos="50000">
                  <a:srgbClr val="00086D">
                    <a:alpha val="50000"/>
                  </a:srgbClr>
                </a:gs>
                <a:gs pos="100000">
                  <a:srgbClr val="00086D">
                    <a:alpha val="5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219075"/>
              <a:ext cx="888852" cy="2238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フッター プレースホルダー 22">
            <a:extLst>
              <a:ext uri="{FF2B5EF4-FFF2-40B4-BE49-F238E27FC236}">
                <a16:creationId xmlns:a16="http://schemas.microsoft.com/office/drawing/2014/main" id="{D0B63CE6-B527-4D82-ADA1-13EAFF34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24" name="スライド番号プレースホルダー 23">
            <a:extLst>
              <a:ext uri="{FF2B5EF4-FFF2-40B4-BE49-F238E27FC236}">
                <a16:creationId xmlns:a16="http://schemas.microsoft.com/office/drawing/2014/main" id="{825778ED-4B23-3A9F-DF1E-1768BE06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5" name="日付プレースホルダー 24">
            <a:extLst>
              <a:ext uri="{FF2B5EF4-FFF2-40B4-BE49-F238E27FC236}">
                <a16:creationId xmlns:a16="http://schemas.microsoft.com/office/drawing/2014/main" id="{C3A04551-8DD7-0E3F-C123-A8EAF710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79587-E86A-4F86-A6ED-6E5454737D70}" type="datetime1">
              <a:rPr lang="ja-JP" altLang="en-US" smtClean="0"/>
              <a:t>2026/6/19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8AF9-BC5F-76D0-C637-0A73FB17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ED7D461-2A1A-FD24-BF14-DB41DB184978}"/>
              </a:ext>
            </a:extLst>
          </p:cNvPr>
          <p:cNvSpPr/>
          <p:nvPr/>
        </p:nvSpPr>
        <p:spPr>
          <a:xfrm>
            <a:off x="1028700" y="1662015"/>
            <a:ext cx="16230600" cy="0"/>
          </a:xfrm>
          <a:prstGeom prst="line">
            <a:avLst/>
          </a:prstGeom>
          <a:ln w="19050" cap="flat">
            <a:solidFill>
              <a:srgbClr val="0034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9CDE6BB-948E-9F73-2D5D-36CD50AE708D}"/>
              </a:ext>
            </a:extLst>
          </p:cNvPr>
          <p:cNvSpPr txBox="1"/>
          <p:nvPr/>
        </p:nvSpPr>
        <p:spPr>
          <a:xfrm>
            <a:off x="1028700" y="647701"/>
            <a:ext cx="16230600" cy="51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ja-JP" altLang="en-US" sz="3200" b="1" dirty="0">
                <a:solidFill>
                  <a:srgbClr val="003479"/>
                </a:solidFill>
                <a:latin typeface="セザンヌ Bold"/>
                <a:ea typeface="セザンヌ Bold"/>
                <a:cs typeface="セザンヌ Bold"/>
                <a:sym typeface="セザンヌ Bold"/>
              </a:rPr>
              <a:t>目次</a:t>
            </a:r>
            <a:endParaRPr lang="en-US" sz="3200" b="1" dirty="0">
              <a:solidFill>
                <a:srgbClr val="003479"/>
              </a:solidFill>
              <a:latin typeface="セザンヌ Bold"/>
              <a:ea typeface="セザンヌ Bold"/>
              <a:cs typeface="セザンヌ Bold"/>
              <a:sym typeface="セザンヌ Bold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444DD6-15A7-7F65-213F-9453038D2927}"/>
              </a:ext>
            </a:extLst>
          </p:cNvPr>
          <p:cNvGrpSpPr/>
          <p:nvPr/>
        </p:nvGrpSpPr>
        <p:grpSpPr>
          <a:xfrm>
            <a:off x="13766103" y="-2868544"/>
            <a:ext cx="6986395" cy="5826850"/>
            <a:chOff x="0" y="0"/>
            <a:chExt cx="9315193" cy="7769134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22602BC-C533-25C4-CE74-5289756F2FFC}"/>
                </a:ext>
              </a:extLst>
            </p:cNvPr>
            <p:cNvGrpSpPr/>
            <p:nvPr/>
          </p:nvGrpSpPr>
          <p:grpSpPr>
            <a:xfrm rot="-2102161">
              <a:off x="4672123" y="1955906"/>
              <a:ext cx="2617976" cy="5566059"/>
              <a:chOff x="0" y="0"/>
              <a:chExt cx="963691" cy="204889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240BBF9-85DA-8598-558C-CF24AEA2F895}"/>
                  </a:ext>
                </a:extLst>
              </p:cNvPr>
              <p:cNvSpPr/>
              <p:nvPr/>
            </p:nvSpPr>
            <p:spPr>
              <a:xfrm>
                <a:off x="0" y="0"/>
                <a:ext cx="963691" cy="2048897"/>
              </a:xfrm>
              <a:custGeom>
                <a:avLst/>
                <a:gdLst/>
                <a:ahLst/>
                <a:cxnLst/>
                <a:rect l="l" t="t" r="r" b="b"/>
                <a:pathLst>
                  <a:path w="963691" h="2048897">
                    <a:moveTo>
                      <a:pt x="0" y="0"/>
                    </a:moveTo>
                    <a:lnTo>
                      <a:pt x="963691" y="0"/>
                    </a:lnTo>
                    <a:lnTo>
                      <a:pt x="963691" y="2048897"/>
                    </a:lnTo>
                    <a:lnTo>
                      <a:pt x="0" y="204889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CAFF">
                      <a:alpha val="50000"/>
                    </a:srgbClr>
                  </a:gs>
                  <a:gs pos="50000">
                    <a:srgbClr val="00086D">
                      <a:alpha val="50000"/>
                    </a:srgbClr>
                  </a:gs>
                  <a:gs pos="100000">
                    <a:srgbClr val="00086D">
                      <a:alpha val="50000"/>
                    </a:srgbClr>
                  </a:gs>
                </a:gsLst>
                <a:lin ang="5400000"/>
              </a:gradFill>
            </p:spPr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064802D9-708C-5CD4-E883-563280E52759}"/>
                  </a:ext>
                </a:extLst>
              </p:cNvPr>
              <p:cNvSpPr txBox="1"/>
              <p:nvPr/>
            </p:nvSpPr>
            <p:spPr>
              <a:xfrm>
                <a:off x="0" y="-219075"/>
                <a:ext cx="963691" cy="22679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B1DC52C-9A74-BB48-B42E-09F00FD74F4E}"/>
                </a:ext>
              </a:extLst>
            </p:cNvPr>
            <p:cNvGrpSpPr/>
            <p:nvPr/>
          </p:nvGrpSpPr>
          <p:grpSpPr>
            <a:xfrm rot="-4263099">
              <a:off x="3152323" y="-874275"/>
              <a:ext cx="3010546" cy="8815308"/>
              <a:chOff x="0" y="0"/>
              <a:chExt cx="1108199" cy="324496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BA18DE32-AB30-DE6A-250A-5E6B5D47FAF9}"/>
                  </a:ext>
                </a:extLst>
              </p:cNvPr>
              <p:cNvSpPr/>
              <p:nvPr/>
            </p:nvSpPr>
            <p:spPr>
              <a:xfrm>
                <a:off x="0" y="0"/>
                <a:ext cx="1108199" cy="3244964"/>
              </a:xfrm>
              <a:custGeom>
                <a:avLst/>
                <a:gdLst/>
                <a:ahLst/>
                <a:cxnLst/>
                <a:rect l="l" t="t" r="r" b="b"/>
                <a:pathLst>
                  <a:path w="1108199" h="3244964">
                    <a:moveTo>
                      <a:pt x="0" y="0"/>
                    </a:moveTo>
                    <a:lnTo>
                      <a:pt x="1108199" y="0"/>
                    </a:lnTo>
                    <a:lnTo>
                      <a:pt x="1108199" y="3244964"/>
                    </a:lnTo>
                    <a:lnTo>
                      <a:pt x="0" y="32449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CAFF">
                      <a:alpha val="50000"/>
                    </a:srgbClr>
                  </a:gs>
                  <a:gs pos="50000">
                    <a:srgbClr val="00086D">
                      <a:alpha val="50000"/>
                    </a:srgbClr>
                  </a:gs>
                  <a:gs pos="100000">
                    <a:srgbClr val="00086D">
                      <a:alpha val="50000"/>
                    </a:srgbClr>
                  </a:gs>
                </a:gsLst>
                <a:lin ang="5400000"/>
              </a:gradFill>
            </p:spPr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173EBDB-9855-5780-ED2D-039C0FF67F4C}"/>
                  </a:ext>
                </a:extLst>
              </p:cNvPr>
              <p:cNvSpPr txBox="1"/>
              <p:nvPr/>
            </p:nvSpPr>
            <p:spPr>
              <a:xfrm>
                <a:off x="0" y="-219075"/>
                <a:ext cx="1108199" cy="34640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DA7FFF75-84CA-94F5-50C2-BC9956A3D104}"/>
                </a:ext>
              </a:extLst>
            </p:cNvPr>
            <p:cNvGrpSpPr/>
            <p:nvPr/>
          </p:nvGrpSpPr>
          <p:grpSpPr>
            <a:xfrm rot="7060692">
              <a:off x="3432376" y="71057"/>
              <a:ext cx="3648908" cy="5768966"/>
              <a:chOff x="0" y="0"/>
              <a:chExt cx="1343183" cy="2123588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79834B46-3D61-7A10-DE10-96B69373A7B7}"/>
                  </a:ext>
                </a:extLst>
              </p:cNvPr>
              <p:cNvSpPr/>
              <p:nvPr/>
            </p:nvSpPr>
            <p:spPr>
              <a:xfrm>
                <a:off x="0" y="0"/>
                <a:ext cx="1343183" cy="2123588"/>
              </a:xfrm>
              <a:custGeom>
                <a:avLst/>
                <a:gdLst/>
                <a:ahLst/>
                <a:cxnLst/>
                <a:rect l="l" t="t" r="r" b="b"/>
                <a:pathLst>
                  <a:path w="1343183" h="2123588">
                    <a:moveTo>
                      <a:pt x="0" y="0"/>
                    </a:moveTo>
                    <a:lnTo>
                      <a:pt x="1343183" y="0"/>
                    </a:lnTo>
                    <a:lnTo>
                      <a:pt x="1343183" y="2123588"/>
                    </a:lnTo>
                    <a:lnTo>
                      <a:pt x="0" y="212358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CAFF">
                      <a:alpha val="50000"/>
                    </a:srgbClr>
                  </a:gs>
                  <a:gs pos="50000">
                    <a:srgbClr val="00086D">
                      <a:alpha val="50000"/>
                    </a:srgbClr>
                  </a:gs>
                  <a:gs pos="100000">
                    <a:srgbClr val="00086D">
                      <a:alpha val="50000"/>
                    </a:srgbClr>
                  </a:gs>
                </a:gsLst>
                <a:lin ang="5400000"/>
              </a:gradFill>
            </p:spPr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D84746DA-7825-4CD3-2C6A-98E9EC7F4A0A}"/>
                  </a:ext>
                </a:extLst>
              </p:cNvPr>
              <p:cNvSpPr txBox="1"/>
              <p:nvPr/>
            </p:nvSpPr>
            <p:spPr>
              <a:xfrm>
                <a:off x="0" y="-219075"/>
                <a:ext cx="1343183" cy="23426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ECBF761A-6F58-20D8-B5FC-9DDB9DC5E64B}"/>
              </a:ext>
            </a:extLst>
          </p:cNvPr>
          <p:cNvSpPr txBox="1"/>
          <p:nvPr/>
        </p:nvSpPr>
        <p:spPr>
          <a:xfrm>
            <a:off x="1028700" y="2074764"/>
            <a:ext cx="16230600" cy="878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189" indent="-457189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4400" b="1" dirty="0">
                <a:latin typeface="セザンヌ Medium"/>
                <a:ea typeface="セザンヌ Medium"/>
                <a:cs typeface="セザンヌ Medium"/>
                <a:sym typeface="セザンヌ Medium"/>
              </a:rPr>
              <a:t>はじめに</a:t>
            </a:r>
            <a:endParaRPr lang="en-US" altLang="ja-JP" sz="4400" b="1" dirty="0">
              <a:latin typeface="セザンヌ Medium"/>
              <a:ea typeface="セザンヌ Medium"/>
              <a:cs typeface="セザンヌ Medium"/>
              <a:sym typeface="セザンヌ Medium"/>
            </a:endParaRPr>
          </a:p>
        </p:txBody>
      </p:sp>
      <p:sp>
        <p:nvSpPr>
          <p:cNvPr id="15" name="フッター プレースホルダー 14">
            <a:extLst>
              <a:ext uri="{FF2B5EF4-FFF2-40B4-BE49-F238E27FC236}">
                <a16:creationId xmlns:a16="http://schemas.microsoft.com/office/drawing/2014/main" id="{8AEB4BFE-D749-07B6-6E38-E7819BD3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春勉強会</a:t>
            </a:r>
            <a:endParaRPr lang="en-US"/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0E05D9CA-5770-B27A-6275-54403326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日付プレースホルダー 16">
            <a:extLst>
              <a:ext uri="{FF2B5EF4-FFF2-40B4-BE49-F238E27FC236}">
                <a16:creationId xmlns:a16="http://schemas.microsoft.com/office/drawing/2014/main" id="{52DD6210-3657-E2ED-34A4-E160ED32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092B-64B4-403A-965C-5BB7C3A7BE4C}" type="datetime1">
              <a:rPr lang="ja-JP" altLang="en-US" smtClean="0"/>
              <a:t>2026/6/19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15</Words>
  <Application>Microsoft Office PowerPoint</Application>
  <PresentationFormat>ユーザー設定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セザンヌ Medium</vt:lpstr>
      <vt:lpstr>Arial</vt:lpstr>
      <vt:lpstr>Calibri</vt:lpstr>
      <vt:lpstr>セザンヌ Bold</vt:lpstr>
      <vt:lpstr>Office Theme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yoshiki</dc:creator>
  <cp:lastModifiedBy>賢樹 村上</cp:lastModifiedBy>
  <cp:revision>17</cp:revision>
  <dcterms:created xsi:type="dcterms:W3CDTF">2006-08-16T00:00:00Z</dcterms:created>
  <dcterms:modified xsi:type="dcterms:W3CDTF">2026-06-19T06:04:54Z</dcterms:modified>
  <dc:identifier>DAHAq-Yf1wc</dc:identifier>
</cp:coreProperties>
</file>